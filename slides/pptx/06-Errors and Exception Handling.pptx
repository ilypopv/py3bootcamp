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slide" Target="slides/slide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21ce3463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21ce3463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21ce3463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21ce3463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1ce3463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21ce3463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1ce3463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1ce3463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21ce3463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21ce3463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1ce3463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1ce3463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1ce3463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1ce3463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1ce3463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21ce3463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1ce3463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21ce3463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Errors 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Exception Handling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Errors are bound to happen in your code!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Especially when someone else ends up using it in an unexpected way.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error handling to attempt to plan for possible errors.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user may try to write to a file that was only opened in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mode=’r’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Currently if there is any type of error in your code, the entire script will stop.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Error Handling to let the script continue with other code, even if there is an error.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use three keywords for this: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try: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the block of code to be attempted (may lead to an error)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except: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Block of code will execute in case there is an error in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block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finally: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 final block of code to be executed, regardless of an error.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Unit Testing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" name="Google Shape;86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 you begin to expand to larger multi-file projects it becomes important to have tests in place.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way as you make changes or update your code, you can run your test files to make sure previous code still runs as expected.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4" name="Google Shape;94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several testing tools, we will focus on two: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pylint: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a library that looks at your code and reports back possible issues.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unittest: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built-in library will allow to test your own programs and check you are getting desired outputs.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" name="Google Shape;102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begin by showing you how to use pylint to check your code for possible errors and styling.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as a set of style convention rules known as “PEP 8”.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" name="Google Shape;110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Afterwards we will explore how to test our code with the built-in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unittest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library.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this lecture we will be creating .py scripts in sublime.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still use the associated notebook for code using the %%writefile magic jupyter command.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6" name="Google Shape;126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7" name="Google Shape;127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Unit Testing - Part 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3" name="Google Shape;133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4" name="Google Shape;134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