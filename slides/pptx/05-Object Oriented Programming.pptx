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Source Code Pro"/>
      <p:regular r:id="rId24"/>
      <p:bold r:id="rId25"/>
      <p:italic r:id="rId26"/>
      <p:boldItalic r:id="rId27"/>
    </p:embeddedFont>
    <p:embeddedFont>
      <p:font typeface="Overpas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SourceCodePr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ourceCodePro-italic.fntdata"/><Relationship Id="rId25" Type="http://schemas.openxmlformats.org/officeDocument/2006/relationships/font" Target="fonts/SourceCodePro-bold.fntdata"/><Relationship Id="rId28" Type="http://schemas.openxmlformats.org/officeDocument/2006/relationships/font" Target="fonts/Overpass-regular.fntdata"/><Relationship Id="rId27" Type="http://schemas.openxmlformats.org/officeDocument/2006/relationships/font" Target="fonts/SourceCodePr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verpas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verpass-boldItalic.fntdata"/><Relationship Id="rId30" Type="http://schemas.openxmlformats.org/officeDocument/2006/relationships/font" Target="fonts/Overpas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35efba95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35efba95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5efba95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5efba95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5efba95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5efba95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bcd33a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2bcd33a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5efba95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5efba95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5efba95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5efba95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5efba95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5efba95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5efba95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35efba95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5efba95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5efba95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5efba95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35efba95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5efba95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5efba95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5efba957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35efba95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5efba95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35efba95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Object Oriented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Programming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Object Oriented Programming (OOP) allows programmers to create their own objects that have methods and attributes.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that after defining a string,list, dictionary, or other objects, you were able to call methods off of them with the .method_name() syntax.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methods act as functions that use information about the object, as well as the object itself to return results, or change the current object.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 this includes appending to a list, or counting the occurences of an element in a tuple.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OOP allows users to create their own objects.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general format is often confusing when first encountered, and its usefulness may not be completely clear at first.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general, OOP allows us to create code that is repeatable and organized.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much larger scripts of Python code, functions by themselves aren’t enough for organization and repeatability.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Commonly repeated tasks and objects can be defined with OOP to create code that is more usable.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check out the syntax.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/>
          <p:nvPr/>
        </p:nvSpPr>
        <p:spPr>
          <a:xfrm>
            <a:off x="1417725" y="1022700"/>
            <a:ext cx="3755100" cy="72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4" name="Google Shape;114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/>
          <p:nvPr/>
        </p:nvSpPr>
        <p:spPr>
          <a:xfrm>
            <a:off x="2208600" y="1801825"/>
            <a:ext cx="5799600" cy="72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22" name="Google Shape;122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3" name="Google Shape;123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/>
          <p:nvPr/>
        </p:nvSpPr>
        <p:spPr>
          <a:xfrm>
            <a:off x="6215600" y="2018600"/>
            <a:ext cx="12828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5020600" y="2938425"/>
            <a:ext cx="14058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32" name="Google Shape;132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3" name="Google Shape;133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/>
          <p:nvPr/>
        </p:nvSpPr>
        <p:spPr>
          <a:xfrm>
            <a:off x="6215600" y="2018600"/>
            <a:ext cx="12828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/>
          <p:nvPr/>
        </p:nvSpPr>
        <p:spPr>
          <a:xfrm>
            <a:off x="5020600" y="2938425"/>
            <a:ext cx="14058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2"/>
          <p:cNvSpPr/>
          <p:nvPr/>
        </p:nvSpPr>
        <p:spPr>
          <a:xfrm>
            <a:off x="2612975" y="2938425"/>
            <a:ext cx="2061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43" name="Google Shape;143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4" name="Google Shape;14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/>
          <p:nvPr/>
        </p:nvSpPr>
        <p:spPr>
          <a:xfrm>
            <a:off x="2185150" y="3701325"/>
            <a:ext cx="4012800" cy="572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52" name="Google Shape;152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3" name="Google Shape;153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/>
          <p:nvPr/>
        </p:nvSpPr>
        <p:spPr>
          <a:xfrm>
            <a:off x="5219700" y="3776050"/>
            <a:ext cx="825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61" name="Google Shape;161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2" name="Google Shape;162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/>
          <p:nvPr/>
        </p:nvSpPr>
        <p:spPr>
          <a:xfrm>
            <a:off x="5219700" y="3776050"/>
            <a:ext cx="825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5"/>
          <p:cNvSpPr/>
          <p:nvPr/>
        </p:nvSpPr>
        <p:spPr>
          <a:xfrm>
            <a:off x="3591225" y="4613875"/>
            <a:ext cx="2061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Object Oriented Programming in more detail with code!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1" name="Google Shape;171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2" name="Google Shape;172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ctrTitle"/>
          </p:nvPr>
        </p:nvSpPr>
        <p:spPr>
          <a:xfrm>
            <a:off x="364433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Object Oriented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Programming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Challenge Solution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8" name="Google Shape;178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9" name="Google Shape;179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